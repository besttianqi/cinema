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57917ed85c4eaa" /><Relationship Type="http://schemas.openxmlformats.org/officeDocument/2006/relationships/extended-properties" Target="/docProps/app.xml" Id="Rf09ad256f58b45eb" /><Relationship Type="http://schemas.openxmlformats.org/officeDocument/2006/relationships/officeDocument" Target="/ppt/presentation.xml" Id="R323a920ca49a40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bac1b08af94bec"/>
  </p:sldMasterIdLst>
  <p:notesMasterIdLst>
    <p:notesMasterId xmlns:r="http://schemas.openxmlformats.org/officeDocument/2006/relationships" r:id="Rd2969ce7399f427f"/>
  </p:notesMasterIdLst>
  <p:sldIdLst>
    <p:sldId xmlns:r="http://schemas.openxmlformats.org/officeDocument/2006/relationships" id="256" r:id="R77faf3167b064629"/>
    <p:sldId xmlns:r="http://schemas.openxmlformats.org/officeDocument/2006/relationships" id="257" r:id="R1b28703d094b439a"/>
    <p:sldId xmlns:r="http://schemas.openxmlformats.org/officeDocument/2006/relationships" id="258" r:id="Rf53d6d8e42ac4cfc"/>
    <p:sldId xmlns:r="http://schemas.openxmlformats.org/officeDocument/2006/relationships" id="259" r:id="R1f30a81cc6a245df"/>
    <p:sldId xmlns:r="http://schemas.openxmlformats.org/officeDocument/2006/relationships" id="260" r:id="Re669157a366047da"/>
    <p:sldId xmlns:r="http://schemas.openxmlformats.org/officeDocument/2006/relationships" id="261" r:id="R6b262238085f4ec8"/>
    <p:sldId xmlns:r="http://schemas.openxmlformats.org/officeDocument/2006/relationships" id="262" r:id="Ra60dcaab720441a5"/>
    <p:sldId xmlns:r="http://schemas.openxmlformats.org/officeDocument/2006/relationships" id="263" r:id="Re7f356b5173549e7"/>
    <p:sldId xmlns:r="http://schemas.openxmlformats.org/officeDocument/2006/relationships" id="264" r:id="R9123c8a039ef4fb6"/>
    <p:sldId xmlns:r="http://schemas.openxmlformats.org/officeDocument/2006/relationships" id="265" r:id="Rcc30c4e9e8064aa2"/>
    <p:sldId xmlns:r="http://schemas.openxmlformats.org/officeDocument/2006/relationships" id="266" r:id="Rdb258a2a3fd144c5"/>
    <p:sldId xmlns:r="http://schemas.openxmlformats.org/officeDocument/2006/relationships" id="267" r:id="Ra8f58c99e8654fff"/>
    <p:sldId xmlns:r="http://schemas.openxmlformats.org/officeDocument/2006/relationships" id="268" r:id="R657638fafbf44ce5"/>
    <p:sldId xmlns:r="http://schemas.openxmlformats.org/officeDocument/2006/relationships" id="269" r:id="Rb6fa5eafb7ed4bd8"/>
    <p:sldId xmlns:r="http://schemas.openxmlformats.org/officeDocument/2006/relationships" id="270" r:id="R71643477a999490f"/>
    <p:sldId xmlns:r="http://schemas.openxmlformats.org/officeDocument/2006/relationships" id="271" r:id="R55692a665a61424f"/>
    <p:sldId xmlns:r="http://schemas.openxmlformats.org/officeDocument/2006/relationships" id="272" r:id="R55cbdaf6fdf94544"/>
    <p:sldId xmlns:r="http://schemas.openxmlformats.org/officeDocument/2006/relationships" id="273" r:id="Re0eb0426466a420d"/>
    <p:sldId xmlns:r="http://schemas.openxmlformats.org/officeDocument/2006/relationships" id="274" r:id="R8b61f2df0c2148ae"/>
    <p:sldId xmlns:r="http://schemas.openxmlformats.org/officeDocument/2006/relationships" id="275" r:id="Rab00986f4e89451d"/>
    <p:sldId xmlns:r="http://schemas.openxmlformats.org/officeDocument/2006/relationships" id="276" r:id="R258fbe267349499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79a90ffa9e4f61" /><Relationship Type="http://schemas.openxmlformats.org/officeDocument/2006/relationships/slideMaster" Target="/ppt/slideMasters/slideMaster1.xml" Id="Ra0bac1b08af94bec" /><Relationship Type="http://schemas.openxmlformats.org/officeDocument/2006/relationships/notesMaster" Target="/ppt/notesMasters/notesMaster1.xml" Id="Rd2969ce7399f427f" /><Relationship Type="http://schemas.openxmlformats.org/officeDocument/2006/relationships/presProps" Target="/ppt/presProps.xml" Id="R97263b6a5bf44645" /><Relationship Type="http://schemas.openxmlformats.org/officeDocument/2006/relationships/tableStyles" Target="/ppt/tableStyles.xml" Id="R2f2c60496b014db7" /><Relationship Type="http://schemas.openxmlformats.org/officeDocument/2006/relationships/slide" Target="/ppt/slides/slide1.xml" Id="R77faf3167b064629" /><Relationship Type="http://schemas.openxmlformats.org/officeDocument/2006/relationships/slide" Target="/ppt/slides/slide2.xml" Id="R1b28703d094b439a" /><Relationship Type="http://schemas.openxmlformats.org/officeDocument/2006/relationships/slide" Target="/ppt/slides/slide3.xml" Id="Rf53d6d8e42ac4cfc" /><Relationship Type="http://schemas.openxmlformats.org/officeDocument/2006/relationships/slide" Target="/ppt/slides/slide4.xml" Id="R1f30a81cc6a245df" /><Relationship Type="http://schemas.openxmlformats.org/officeDocument/2006/relationships/slide" Target="/ppt/slides/slide5.xml" Id="Re669157a366047da" /><Relationship Type="http://schemas.openxmlformats.org/officeDocument/2006/relationships/slide" Target="/ppt/slides/slide6.xml" Id="R6b262238085f4ec8" /><Relationship Type="http://schemas.openxmlformats.org/officeDocument/2006/relationships/slide" Target="/ppt/slides/slide7.xml" Id="Ra60dcaab720441a5" /><Relationship Type="http://schemas.openxmlformats.org/officeDocument/2006/relationships/slide" Target="/ppt/slides/slide8.xml" Id="Re7f356b5173549e7" /><Relationship Type="http://schemas.openxmlformats.org/officeDocument/2006/relationships/slide" Target="/ppt/slides/slide9.xml" Id="R9123c8a039ef4fb6" /><Relationship Type="http://schemas.openxmlformats.org/officeDocument/2006/relationships/slide" Target="/ppt/slides/slide10.xml" Id="Rcc30c4e9e8064aa2" /><Relationship Type="http://schemas.openxmlformats.org/officeDocument/2006/relationships/slide" Target="/ppt/slides/slide11.xml" Id="Rdb258a2a3fd144c5" /><Relationship Type="http://schemas.openxmlformats.org/officeDocument/2006/relationships/slide" Target="/ppt/slides/slide12.xml" Id="Ra8f58c99e8654fff" /><Relationship Type="http://schemas.openxmlformats.org/officeDocument/2006/relationships/slide" Target="/ppt/slides/slide13.xml" Id="R657638fafbf44ce5" /><Relationship Type="http://schemas.openxmlformats.org/officeDocument/2006/relationships/slide" Target="/ppt/slides/slide14.xml" Id="Rb6fa5eafb7ed4bd8" /><Relationship Type="http://schemas.openxmlformats.org/officeDocument/2006/relationships/slide" Target="/ppt/slides/slide15.xml" Id="R71643477a999490f" /><Relationship Type="http://schemas.openxmlformats.org/officeDocument/2006/relationships/slide" Target="/ppt/slides/slide16.xml" Id="R55692a665a61424f" /><Relationship Type="http://schemas.openxmlformats.org/officeDocument/2006/relationships/slide" Target="/ppt/slides/slide17.xml" Id="R55cbdaf6fdf94544" /><Relationship Type="http://schemas.openxmlformats.org/officeDocument/2006/relationships/slide" Target="/ppt/slides/slide18.xml" Id="Re0eb0426466a420d" /><Relationship Type="http://schemas.openxmlformats.org/officeDocument/2006/relationships/slide" Target="/ppt/slides/slide19.xml" Id="R8b61f2df0c2148ae" /><Relationship Type="http://schemas.openxmlformats.org/officeDocument/2006/relationships/slide" Target="/ppt/slides/slide20.xml" Id="Rab00986f4e89451d" /><Relationship Type="http://schemas.openxmlformats.org/officeDocument/2006/relationships/slide" Target="/ppt/slides/slide21.xml" Id="R258fbe26734949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6c87a0851c47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2f2f0024324ff3" /><Relationship Type="http://schemas.openxmlformats.org/officeDocument/2006/relationships/notesMaster" Target="/ppt/notesMasters/notesMaster1.xml" Id="R9aa649ab70a14e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f10b2c330d4f59" /><Relationship Type="http://schemas.openxmlformats.org/officeDocument/2006/relationships/notesMaster" Target="/ppt/notesMasters/notesMaster1.xml" Id="Rc90ab575ff5649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f94f840c92431f" /><Relationship Type="http://schemas.openxmlformats.org/officeDocument/2006/relationships/notesMaster" Target="/ppt/notesMasters/notesMaster1.xml" Id="Re1c618739af745e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839365b78be4f8b" /><Relationship Type="http://schemas.openxmlformats.org/officeDocument/2006/relationships/notesMaster" Target="/ppt/notesMasters/notesMaster1.xml" Id="R87dc05ec75c041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96bef62ad7431b" /><Relationship Type="http://schemas.openxmlformats.org/officeDocument/2006/relationships/notesMaster" Target="/ppt/notesMasters/notesMaster1.xml" Id="R419895ad00ae40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0f03186c6174973" /><Relationship Type="http://schemas.openxmlformats.org/officeDocument/2006/relationships/notesMaster" Target="/ppt/notesMasters/notesMaster1.xml" Id="R32bebd4777ed4cb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6bf502b82f4d0d" /><Relationship Type="http://schemas.openxmlformats.org/officeDocument/2006/relationships/notesMaster" Target="/ppt/notesMasters/notesMaster1.xml" Id="R9af21e528e734e9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644f4e3decc48ad" /><Relationship Type="http://schemas.openxmlformats.org/officeDocument/2006/relationships/notesMaster" Target="/ppt/notesMasters/notesMaster1.xml" Id="R6069b6c9860144b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dfe2d8705224ff7" /><Relationship Type="http://schemas.openxmlformats.org/officeDocument/2006/relationships/notesMaster" Target="/ppt/notesMasters/notesMaster1.xml" Id="Ra27431bb87944e1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8928387cfba459f" /><Relationship Type="http://schemas.openxmlformats.org/officeDocument/2006/relationships/notesMaster" Target="/ppt/notesMasters/notesMaster1.xml" Id="Rd919f927f15947b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25ba56de37c4092" /><Relationship Type="http://schemas.openxmlformats.org/officeDocument/2006/relationships/notesMaster" Target="/ppt/notesMasters/notesMaster1.xml" Id="R0a4023595d26493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73d7ae89f2f4232" /><Relationship Type="http://schemas.openxmlformats.org/officeDocument/2006/relationships/notesMaster" Target="/ppt/notesMasters/notesMaster1.xml" Id="Rd26b497b966a43b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e225abc7bbd4074" /><Relationship Type="http://schemas.openxmlformats.org/officeDocument/2006/relationships/notesMaster" Target="/ppt/notesMasters/notesMaster1.xml" Id="R19e54fb4d2bd4f8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bd194358fae4ec3" /><Relationship Type="http://schemas.openxmlformats.org/officeDocument/2006/relationships/notesMaster" Target="/ppt/notesMasters/notesMaster1.xml" Id="R2360aad22a744d3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bb759cf02e1437c" /><Relationship Type="http://schemas.openxmlformats.org/officeDocument/2006/relationships/notesMaster" Target="/ppt/notesMasters/notesMaster1.xml" Id="R41d27815224d4aa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4ff311a12b84cc0" /><Relationship Type="http://schemas.openxmlformats.org/officeDocument/2006/relationships/notesMaster" Target="/ppt/notesMasters/notesMaster1.xml" Id="R23d9a3561bc0457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4f774e7a4384ab7" /><Relationship Type="http://schemas.openxmlformats.org/officeDocument/2006/relationships/notesMaster" Target="/ppt/notesMasters/notesMaster1.xml" Id="R51fd6bdbfe54403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0861741e7504837" /><Relationship Type="http://schemas.openxmlformats.org/officeDocument/2006/relationships/notesMaster" Target="/ppt/notesMasters/notesMaster1.xml" Id="Rfeea331105d849a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641170065aa497a" /><Relationship Type="http://schemas.openxmlformats.org/officeDocument/2006/relationships/notesMaster" Target="/ppt/notesMasters/notesMaster1.xml" Id="R47540ab9b0714c3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b7ebc18d27c4eeb" /><Relationship Type="http://schemas.openxmlformats.org/officeDocument/2006/relationships/notesMaster" Target="/ppt/notesMasters/notesMaster1.xml" Id="Rfd654890904e415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575acedbc8b48f9" /><Relationship Type="http://schemas.openxmlformats.org/officeDocument/2006/relationships/notesMaster" Target="/ppt/notesMasters/notesMaster1.xml" Id="Rfa031e190a0544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各位老师好，我们是座椅被子预约队。今天答辩的项目是 SmartCinema 智能影院选座系统。它不是简单地把座位画出来，而是围绕用户如何更快地完成选座，建立了从需求输入、座位推荐、体验评分到订单处理的一整套前端闭环。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本地项目：大作业/index.html、js/、README.md、report.docx（2026-07-31）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个项目首先解决三个问题。第一，影院座位的判断维度很多；第二，不同人群的偏好和限制不一样；第三，选座之后还需要形成订单闭环。因此我的设计目标不是增加更多页面，而是把主要操作压缩为三步，让用户尽量少思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本地项目：大作业/index.html、js/、README.md、report.docx（2026-07-31）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技术上我使用 HTML5、CSS3 和原生 JavaScript。座位与热度图由 Canvas 完成。业务逻辑拆成推荐、评分、热度、支付等模块；LocalStorage 保存用户、订单和售座状态；EventBus 负责模块间通知；BroadcastChannel 用来模拟同源页面的多人同步。这样既符合课程训练目标，也保证项目零安装运行。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本地项目：大作业/index.html、js/、README.md、report.docx（2026-07-31）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的主流程只有三步。第一步，用户表达需求；第二步，系统给出推荐方案、原因和评分，用户可以直接接受，也可以继续手动选座；第三步，预订或购票并进入订单中心。这里我特别保留了手动调整，因为智能推荐应该帮助决策，而不是剥夺用户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本地项目：大作业/index.html、js/、README.md、report.docx（2026-07-31）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这页是系统的核心界面。座位图使用 Canvas 绘制，支持不同规模影厅。布局不是简单矩阵，而是根据银幕中心计算轻微弧形。交互层负责命中检测、框选、缩放和平移。座位状态还设置了明确优先级，推荐座位除了紫色外还有星标和描边，避免只靠颜色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本地项目：大作业/index.html、js/、README.md、report.docx（2026-07-31）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推荐引擎分三层。首先过滤不可用座位，并考虑年龄和人数；其次生成候选组合，顺序是同排连续、相邻多排、最后是就近分散；最后按照观影视角、目标排、连续性、电影类型等因素排序，展示前三种方案。如果确实没有符合条件的空位，系统会清除旧结果并明确提示没有可用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本地项目：大作业/index.html、js/、README.md、report.docx（2026-07-31）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热度地图使用第二个 Canvas。用户可以切换星期和影厅。热度不是每次随机生成，而是由座位位置、星期、当前售座比例和确定性波动共同计算，所以同一天的结果稳定、可解释。颜色用于快速识别热门、一般和冷门区域。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本地项目：大作业/index.html、js/、README.md、report.docx（2026-07-31）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评分不是一个黑盒总分，而是拆成视角、距离和周围空位三个维度。当前模块配置中，这三项权重分别为 35%、30% 和 20%，之后再与用户评分合成。系统会输出分数、等级和解释，等级包含极佳、优秀和一般。这样推荐结果就能被用户理解。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本地项目：大作业/index.html、js/、README.md、report.docx（2026-07-31）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订单模块只保留了一套正在使用的逻辑。提交前先检查座位是否已被购买或预订，避免重复占座。预订会立即占座但不进入支付；购票确认后生成已支付订单；取消预订和退票都会释放座位。所有订单和售座状态保存在 LocalStorage，并按当前用户过滤展示。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本地项目：大作业/index.html、js/、README.md、report.docx（2026-07-31）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系统不仅适配 PC，也专门检查了 390 和 360 像素宽度下的手机布局，页面改为单列，导航可以横向滚动，整体没有横向溢出。无障碍模块支持大字体、高对比度、色盲友好和语音提示，并提供关怀模式把常用选项一次开启。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本地项目：大作业/index.html、js/、README.md、report.docx（2026-07-31）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工程上，我重点处理了状态统一。SeatData 是座位状态的单一事实来源；EventBus 让推荐、评分和订单互相联动；BroadcastChannel 只用于同源页面的多人同步模拟，我不会把它包装成真实后端。测试覆盖了登录、推荐、订单、退票、热度图和移动端，并清理了旧评分和旧订单逻辑。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本地项目：大作业/index.html、js/、README.md、report.docx（2026-07-31）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单独说明登录流程。用户可以注册、登录和退出，普通用户与管理员拥有不同入口。刷新页面时可以恢复仍然有效的会话，但主动退出会清除当前登录状态，再次进入必须回到登录页。这个设计解决了退出后没有登录入口的问题，也让后续订单能够按当前用户隔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本地项目：大作业/index.html、js/、README.md、report.docx（2026-07-31）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座位颜色经过重新整理。可选使用更淡的青色，推荐使用紫色星标，当前选中使用黄色，已售使用深灰叉号。状态不只依赖颜色，还依赖符号和是否允许点击。推荐算法只会在未售、未预订的座位中选择；如果不存在方案，就清除旧推荐并明确提示没有可用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本地项目：大作业/index.html、js/、README.md、report.docx（2026-07-31）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解释家庭票偏好为什么会产生不同结果。连续优先会优先寻找同排座位，视野优先会提高居中程度和目标排权重，出入便利会提高靠近过道位置的得分。每次偏好变化都会重新计算候选集、排序和推荐理由，因此不会再出现选择什么偏好都推荐同一组座位的情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本地项目：大作业/index.html、js/、README.md、report.docx（2026-07-31）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块五在页面辅助设置区域体现。高对比度模式增强文字、按钮和座位边界；色盲友好模式重新映射状态色，并继续使用星标、叉号和描边区分；关怀模式会一次打开大字体、高对比度和语音提示。切换这些模式只改变展示，不会丢失当前选座和订单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本地项目：大作业/index.html、js/、README.md、report.docx（2026-07-31）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测试部分重点不是只验证成功购票，而是检查失败和切换场景。推荐无结果时必须清理旧星标；从热度地图返回选座时必须重新绘制座位；重复预订需要阻止冲突；取消和退票必须释放座位；移动端和辅助模式切换后不能产生横向溢出或颜色混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本地项目：大作业/index.html、js/、README.md、report.docx（2026-07-31）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手动选座模块提供四类操作。点击用于单选，按住 Ctrl 或 Command 可以多选，拖拽可以框选连续区域，滚轮和拖动画布用于查看大影厅。推荐之后仍然可以手动调整。每次选择变化都会发送 seats:changed 事件，体验评分、推荐说明和订单区域会同步刷新。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本地项目：大作业/index.html、js/、README.md、report.docx（2026-07-31）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订单模块包含预订、支付、出票、取消预订和退票。系统提供六种支付入口，但这是纯前端课程项目，因此二维码和支付确认只用于流程模拟，不会发起真实支付。提交前会检查冲突，预订和出票都会占用座位，取消与退票会释放座位。普通用户只看到自己的订单，管理员可以查看全部订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本地项目：大作业/index.html、js/、README.md、report.docx（2026-07-31）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状态一致性依靠三层机制。SeatData 是单一事实来源，推荐、评分和订单都从这里读取；LocalStorage 用于保存用户、订单、影厅配置和售座状态；EventBus 负责页面模块间刷新，BroadcastChannel 用来模拟同源页面的多人锁座与售座同步。需要说明的是，当前没有真实后端事务和 WebSocket，多人同步只是浏览器端演示。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本地项目：大作业/index.html、js/、README.md、report.docx（2026-07-31）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最后总结一下。项目的价值主要有四点：一是业务流程完整，二是推荐和评分可解释，三是 Canvas 交互比较丰富，四是同时考虑移动端和无障碍。现场演示时，我会先展示推荐，再演示手动调整和辅助模式，最后用预订与取消证明订单闭环。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本地项目：大作业/index.html、js/、README.md、report.docx（2026-07-31）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我的汇报到这里，谢谢各位老师，欢迎提问。如果老师关注算法，我会从候选生成和排序解释；如果关注工程实现，我会说明 SeatData、EventBus 和 LocalStorage；如果关注不足，我会坦诚说明当前是纯前端课程项目，真实多人购票仍需要后端事务和 WebSocket 支持。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本地项目：大作业/index.html、js/、README.md、report.docx（2026-07-31）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a759c42d624d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328d4bca204bbd" /><Relationship Type="http://schemas.openxmlformats.org/officeDocument/2006/relationships/slideLayout" Target="/ppt/slideLayouts/slideLayout1.xml" Id="R3f7cc9c0bc5644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7cc9c0bc5644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d380c85b2e4bbc" /><Relationship Type="http://schemas.openxmlformats.org/officeDocument/2006/relationships/image" Target="/ppt/media/image.png" Id="R79476f5f9ad64fe9" /><Relationship Type="http://schemas.openxmlformats.org/officeDocument/2006/relationships/notesSlide" Target="/ppt/notesSlides/notesSlide1.xml" Id="Rae03e01e137b4ff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a0795c8b574a0c" /><Relationship Type="http://schemas.openxmlformats.org/officeDocument/2006/relationships/image" Target="/ppt/media/image2.png" Id="R99b2ef9098824f44" /><Relationship Type="http://schemas.openxmlformats.org/officeDocument/2006/relationships/notesSlide" Target="/ppt/notesSlides/notesSlide2.xml" Id="R992a358a4bc34c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f7822c109c4c87" /><Relationship Type="http://schemas.openxmlformats.org/officeDocument/2006/relationships/image" Target="/ppt/media/image3.png" Id="R9424d5918ae54bfe" /><Relationship Type="http://schemas.openxmlformats.org/officeDocument/2006/relationships/notesSlide" Target="/ppt/notesSlides/notesSlide3.xml" Id="R6b9ed3f83e6c4f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11f5453d774695" /><Relationship Type="http://schemas.openxmlformats.org/officeDocument/2006/relationships/image" Target="/ppt/media/image4.png" Id="R5b1c7e21a3bb44fb" /><Relationship Type="http://schemas.openxmlformats.org/officeDocument/2006/relationships/notesSlide" Target="/ppt/notesSlides/notesSlide4.xml" Id="R20af2200c92e4ba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bfbd0080a24826" /><Relationship Type="http://schemas.openxmlformats.org/officeDocument/2006/relationships/image" Target="/ppt/media/image5.png" Id="R1f451abae40f46f0" /><Relationship Type="http://schemas.openxmlformats.org/officeDocument/2006/relationships/notesSlide" Target="/ppt/notesSlides/notesSlide5.xml" Id="Refab701cca604e0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69ab5a32754992" /><Relationship Type="http://schemas.openxmlformats.org/officeDocument/2006/relationships/image" Target="/ppt/media/image6.png" Id="R0b3cc0b27eb34928" /><Relationship Type="http://schemas.openxmlformats.org/officeDocument/2006/relationships/notesSlide" Target="/ppt/notesSlides/notesSlide6.xml" Id="Rf1d25a6c76fd423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57ecb6e0f849aa" /><Relationship Type="http://schemas.openxmlformats.org/officeDocument/2006/relationships/image" Target="/ppt/media/image7.png" Id="Rb46a64f14f45414a" /><Relationship Type="http://schemas.openxmlformats.org/officeDocument/2006/relationships/notesSlide" Target="/ppt/notesSlides/notesSlide7.xml" Id="R9d0efc8ceef4421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1b52d8e02946ab" /><Relationship Type="http://schemas.openxmlformats.org/officeDocument/2006/relationships/image" Target="/ppt/media/image8.png" Id="Rb3b8e45c1f0a4b6d" /><Relationship Type="http://schemas.openxmlformats.org/officeDocument/2006/relationships/notesSlide" Target="/ppt/notesSlides/notesSlide8.xml" Id="R666a7fd87c3a4e2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039425c73e41dd" /><Relationship Type="http://schemas.openxmlformats.org/officeDocument/2006/relationships/image" Target="/ppt/media/image9.png" Id="R62f3ffc8abc14f4b" /><Relationship Type="http://schemas.openxmlformats.org/officeDocument/2006/relationships/notesSlide" Target="/ppt/notesSlides/notesSlide9.xml" Id="Rcf96b4297b5e4e1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13ff0adc714a22" /><Relationship Type="http://schemas.openxmlformats.org/officeDocument/2006/relationships/image" Target="/ppt/media/image10.png" Id="Rb038b63eab4548db" /><Relationship Type="http://schemas.openxmlformats.org/officeDocument/2006/relationships/notesSlide" Target="/ppt/notesSlides/notesSlide10.xml" Id="R25f29d912df3463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fcd1afb6ad4ba7" /><Relationship Type="http://schemas.openxmlformats.org/officeDocument/2006/relationships/image" Target="/ppt/media/image11.png" Id="R25d5acc7437d4554" /><Relationship Type="http://schemas.openxmlformats.org/officeDocument/2006/relationships/notesSlide" Target="/ppt/notesSlides/notesSlide11.xml" Id="R9920baf687274c0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45cb4f99074d19" /><Relationship Type="http://schemas.openxmlformats.org/officeDocument/2006/relationships/image" Target="/ppt/media/image12.png" Id="R7633e87f72814d68" /><Relationship Type="http://schemas.openxmlformats.org/officeDocument/2006/relationships/notesSlide" Target="/ppt/notesSlides/notesSlide12.xml" Id="R57eb2c00593449a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5fe26da6604ebd" /><Relationship Type="http://schemas.openxmlformats.org/officeDocument/2006/relationships/image" Target="/ppt/media/image13.png" Id="Re8c6fe9bb00d4d63" /><Relationship Type="http://schemas.openxmlformats.org/officeDocument/2006/relationships/notesSlide" Target="/ppt/notesSlides/notesSlide13.xml" Id="Rb36369b5920d4f0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ad384033d84f70" /><Relationship Type="http://schemas.openxmlformats.org/officeDocument/2006/relationships/image" Target="/ppt/media/image14.png" Id="R8e73da937e1542ad" /><Relationship Type="http://schemas.openxmlformats.org/officeDocument/2006/relationships/notesSlide" Target="/ppt/notesSlides/notesSlide14.xml" Id="R79fcb1d7ec7441c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50bb1cb81f4c92" /><Relationship Type="http://schemas.openxmlformats.org/officeDocument/2006/relationships/image" Target="/ppt/media/image15.png" Id="R1a750af388b3473f" /><Relationship Type="http://schemas.openxmlformats.org/officeDocument/2006/relationships/notesSlide" Target="/ppt/notesSlides/notesSlide15.xml" Id="Rf0dde33684fd424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b31e6d33d34562" /><Relationship Type="http://schemas.openxmlformats.org/officeDocument/2006/relationships/image" Target="/ppt/media/image16.png" Id="Rd0abd0dfdfea43a4" /><Relationship Type="http://schemas.openxmlformats.org/officeDocument/2006/relationships/notesSlide" Target="/ppt/notesSlides/notesSlide16.xml" Id="Rdd2199d7b412484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43549f8d5c4c2b" /><Relationship Type="http://schemas.openxmlformats.org/officeDocument/2006/relationships/image" Target="/ppt/media/image17.png" Id="Rf886d29209134062" /><Relationship Type="http://schemas.openxmlformats.org/officeDocument/2006/relationships/notesSlide" Target="/ppt/notesSlides/notesSlide17.xml" Id="Re7945295db72491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0ed37d09d9440f" /><Relationship Type="http://schemas.openxmlformats.org/officeDocument/2006/relationships/image" Target="/ppt/media/image18.png" Id="Rb0bd18c4c30a4442" /><Relationship Type="http://schemas.openxmlformats.org/officeDocument/2006/relationships/notesSlide" Target="/ppt/notesSlides/notesSlide18.xml" Id="R5b9390dc9fc349f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04188d7319442f" /><Relationship Type="http://schemas.openxmlformats.org/officeDocument/2006/relationships/image" Target="/ppt/media/image19.png" Id="Rca150f5eede84f2a" /><Relationship Type="http://schemas.openxmlformats.org/officeDocument/2006/relationships/notesSlide" Target="/ppt/notesSlides/notesSlide19.xml" Id="R9bd85a25012d4db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e1501ba3cb47c9" /><Relationship Type="http://schemas.openxmlformats.org/officeDocument/2006/relationships/image" Target="/ppt/media/image20.png" Id="Rc8f2de6258c8435e" /><Relationship Type="http://schemas.openxmlformats.org/officeDocument/2006/relationships/notesSlide" Target="/ppt/notesSlides/notesSlide20.xml" Id="R285e293f00894ba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251d493f91446e" /><Relationship Type="http://schemas.openxmlformats.org/officeDocument/2006/relationships/image" Target="/ppt/media/image21.png" Id="Rb4afdea96627451d" /><Relationship Type="http://schemas.openxmlformats.org/officeDocument/2006/relationships/notesSlide" Target="/ppt/notesSlides/notesSlide21.xml" Id="R009244c6ef584bb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476f5f9ad64fe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4168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b2ef9098824f4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4665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24d5918ae54bf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1170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1c7e21a3bb44f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7752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451abae40f46f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2568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3cc0b27eb3492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6628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6a64f14f45414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7314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b8e45c1f0a4b6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5588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f3ffc8abc14f4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305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38b63eab4548d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34538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d5acc7437d455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9534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33e87f72814d6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29072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c6fe9bb00d4d6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42214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73da937e1542a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0511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750af388b3473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09974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abd0dfdfea43a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87504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86d2920913406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148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bd18c4c30a444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23773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150f5eede84f2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13483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f2de6258c8435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90974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afdea96627451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184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2026-07-31T20:03:31.8960000Z</dcterms:created>
  <dcterms:modified xsi:type="dcterms:W3CDTF">2026-07-31T20:03:31.8960000Z</dcterms:modified>
</coreProperties>
</file>