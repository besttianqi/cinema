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e48fea39c401c" /><Relationship Type="http://schemas.openxmlformats.org/officeDocument/2006/relationships/extended-properties" Target="/docProps/app.xml" Id="R4f391fc0c7c04e9a" /><Relationship Type="http://schemas.openxmlformats.org/officeDocument/2006/relationships/officeDocument" Target="/ppt/presentation.xml" Id="R0beb44bef41a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933412a4cf4b04"/>
  </p:sldMasterIdLst>
  <p:notesMasterIdLst>
    <p:notesMasterId xmlns:r="http://schemas.openxmlformats.org/officeDocument/2006/relationships" r:id="R2063a24ddb6345da"/>
  </p:notesMasterIdLst>
  <p:sldIdLst>
    <p:sldId xmlns:r="http://schemas.openxmlformats.org/officeDocument/2006/relationships" id="256" r:id="R88c1efff1728465b"/>
    <p:sldId xmlns:r="http://schemas.openxmlformats.org/officeDocument/2006/relationships" id="257" r:id="Rea6dac6de5aa486b"/>
    <p:sldId xmlns:r="http://schemas.openxmlformats.org/officeDocument/2006/relationships" id="258" r:id="R90b0cd02f46d4ddb"/>
    <p:sldId xmlns:r="http://schemas.openxmlformats.org/officeDocument/2006/relationships" id="259" r:id="R895bbc7671d2499e"/>
    <p:sldId xmlns:r="http://schemas.openxmlformats.org/officeDocument/2006/relationships" id="260" r:id="Rb2f98cd3a5f440c9"/>
    <p:sldId xmlns:r="http://schemas.openxmlformats.org/officeDocument/2006/relationships" id="261" r:id="R3d99383f43784caf"/>
    <p:sldId xmlns:r="http://schemas.openxmlformats.org/officeDocument/2006/relationships" id="262" r:id="R42da5cd1f4324f2e"/>
    <p:sldId xmlns:r="http://schemas.openxmlformats.org/officeDocument/2006/relationships" id="263" r:id="R91e39aec11d64da2"/>
    <p:sldId xmlns:r="http://schemas.openxmlformats.org/officeDocument/2006/relationships" id="264" r:id="R2f07d99dc9534be5"/>
    <p:sldId xmlns:r="http://schemas.openxmlformats.org/officeDocument/2006/relationships" id="265" r:id="R9cb81a07dd844aef"/>
    <p:sldId xmlns:r="http://schemas.openxmlformats.org/officeDocument/2006/relationships" id="266" r:id="Ra8a651e08561461c"/>
    <p:sldId xmlns:r="http://schemas.openxmlformats.org/officeDocument/2006/relationships" id="267" r:id="R5dc84a7424ae441a"/>
    <p:sldId xmlns:r="http://schemas.openxmlformats.org/officeDocument/2006/relationships" id="268" r:id="R0a7247f6e4ce4d8b"/>
    <p:sldId xmlns:r="http://schemas.openxmlformats.org/officeDocument/2006/relationships" id="269" r:id="Rad976858679c4396"/>
    <p:sldId xmlns:r="http://schemas.openxmlformats.org/officeDocument/2006/relationships" id="270" r:id="R0fd7b136573e4ab8"/>
    <p:sldId xmlns:r="http://schemas.openxmlformats.org/officeDocument/2006/relationships" id="271" r:id="R00554114121a4aed"/>
    <p:sldId xmlns:r="http://schemas.openxmlformats.org/officeDocument/2006/relationships" id="272" r:id="R937af04d3b6546d5"/>
    <p:sldId xmlns:r="http://schemas.openxmlformats.org/officeDocument/2006/relationships" id="273" r:id="Rc9d651e144aa4394"/>
    <p:sldId xmlns:r="http://schemas.openxmlformats.org/officeDocument/2006/relationships" id="274" r:id="Rb245562e04334297"/>
    <p:sldId xmlns:r="http://schemas.openxmlformats.org/officeDocument/2006/relationships" id="275" r:id="Rdec7ee94115240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5b106424e14fc8" /><Relationship Type="http://schemas.openxmlformats.org/officeDocument/2006/relationships/slideMaster" Target="/ppt/slideMasters/slideMaster1.xml" Id="R61933412a4cf4b04" /><Relationship Type="http://schemas.openxmlformats.org/officeDocument/2006/relationships/notesMaster" Target="/ppt/notesMasters/notesMaster1.xml" Id="R2063a24ddb6345da" /><Relationship Type="http://schemas.openxmlformats.org/officeDocument/2006/relationships/presProps" Target="/ppt/presProps.xml" Id="R136c2714565b4c79" /><Relationship Type="http://schemas.openxmlformats.org/officeDocument/2006/relationships/tableStyles" Target="/ppt/tableStyles.xml" Id="Rf76446316c234db6" /><Relationship Type="http://schemas.openxmlformats.org/officeDocument/2006/relationships/slide" Target="/ppt/slides/slide1.xml" Id="R88c1efff1728465b" /><Relationship Type="http://schemas.openxmlformats.org/officeDocument/2006/relationships/slide" Target="/ppt/slides/slide2.xml" Id="Rea6dac6de5aa486b" /><Relationship Type="http://schemas.openxmlformats.org/officeDocument/2006/relationships/slide" Target="/ppt/slides/slide3.xml" Id="R90b0cd02f46d4ddb" /><Relationship Type="http://schemas.openxmlformats.org/officeDocument/2006/relationships/slide" Target="/ppt/slides/slide4.xml" Id="R895bbc7671d2499e" /><Relationship Type="http://schemas.openxmlformats.org/officeDocument/2006/relationships/slide" Target="/ppt/slides/slide5.xml" Id="Rb2f98cd3a5f440c9" /><Relationship Type="http://schemas.openxmlformats.org/officeDocument/2006/relationships/slide" Target="/ppt/slides/slide6.xml" Id="R3d99383f43784caf" /><Relationship Type="http://schemas.openxmlformats.org/officeDocument/2006/relationships/slide" Target="/ppt/slides/slide7.xml" Id="R42da5cd1f4324f2e" /><Relationship Type="http://schemas.openxmlformats.org/officeDocument/2006/relationships/slide" Target="/ppt/slides/slide8.xml" Id="R91e39aec11d64da2" /><Relationship Type="http://schemas.openxmlformats.org/officeDocument/2006/relationships/slide" Target="/ppt/slides/slide9.xml" Id="R2f07d99dc9534be5" /><Relationship Type="http://schemas.openxmlformats.org/officeDocument/2006/relationships/slide" Target="/ppt/slides/slide10.xml" Id="R9cb81a07dd844aef" /><Relationship Type="http://schemas.openxmlformats.org/officeDocument/2006/relationships/slide" Target="/ppt/slides/slide11.xml" Id="Ra8a651e08561461c" /><Relationship Type="http://schemas.openxmlformats.org/officeDocument/2006/relationships/slide" Target="/ppt/slides/slide12.xml" Id="R5dc84a7424ae441a" /><Relationship Type="http://schemas.openxmlformats.org/officeDocument/2006/relationships/slide" Target="/ppt/slides/slide13.xml" Id="R0a7247f6e4ce4d8b" /><Relationship Type="http://schemas.openxmlformats.org/officeDocument/2006/relationships/slide" Target="/ppt/slides/slide14.xml" Id="Rad976858679c4396" /><Relationship Type="http://schemas.openxmlformats.org/officeDocument/2006/relationships/slide" Target="/ppt/slides/slide15.xml" Id="R0fd7b136573e4ab8" /><Relationship Type="http://schemas.openxmlformats.org/officeDocument/2006/relationships/slide" Target="/ppt/slides/slide16.xml" Id="R00554114121a4aed" /><Relationship Type="http://schemas.openxmlformats.org/officeDocument/2006/relationships/slide" Target="/ppt/slides/slide17.xml" Id="R937af04d3b6546d5" /><Relationship Type="http://schemas.openxmlformats.org/officeDocument/2006/relationships/slide" Target="/ppt/slides/slide18.xml" Id="Rc9d651e144aa4394" /><Relationship Type="http://schemas.openxmlformats.org/officeDocument/2006/relationships/slide" Target="/ppt/slides/slide19.xml" Id="Rb245562e04334297" /><Relationship Type="http://schemas.openxmlformats.org/officeDocument/2006/relationships/slide" Target="/ppt/slides/slide20.xml" Id="Rdec7ee94115240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97b6427f5b4c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d94ebaf41f41eb" /><Relationship Type="http://schemas.openxmlformats.org/officeDocument/2006/relationships/notesMaster" Target="/ppt/notesMasters/notesMaster1.xml" Id="R3573186aa53f43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19757a661948c4" /><Relationship Type="http://schemas.openxmlformats.org/officeDocument/2006/relationships/notesMaster" Target="/ppt/notesMasters/notesMaster1.xml" Id="Ra52d0b0690df42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dcfd9a53f74e94" /><Relationship Type="http://schemas.openxmlformats.org/officeDocument/2006/relationships/notesMaster" Target="/ppt/notesMasters/notesMaster1.xml" Id="Ra894b8f781e34e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33dc532d9b46e6" /><Relationship Type="http://schemas.openxmlformats.org/officeDocument/2006/relationships/notesMaster" Target="/ppt/notesMasters/notesMaster1.xml" Id="Re58e60507601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4751015f63428e" /><Relationship Type="http://schemas.openxmlformats.org/officeDocument/2006/relationships/notesMaster" Target="/ppt/notesMasters/notesMaster1.xml" Id="Rae165e98108b40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0c62b619274f20" /><Relationship Type="http://schemas.openxmlformats.org/officeDocument/2006/relationships/notesMaster" Target="/ppt/notesMasters/notesMaster1.xml" Id="R100d0b2209fe4f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745bf9e8af408b" /><Relationship Type="http://schemas.openxmlformats.org/officeDocument/2006/relationships/notesMaster" Target="/ppt/notesMasters/notesMaster1.xml" Id="R23bff9b23b4b47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0fdfaffce74bbe" /><Relationship Type="http://schemas.openxmlformats.org/officeDocument/2006/relationships/notesMaster" Target="/ppt/notesMasters/notesMaster1.xml" Id="Re2903c56ed7a40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2d4edaf9ec4286" /><Relationship Type="http://schemas.openxmlformats.org/officeDocument/2006/relationships/notesMaster" Target="/ppt/notesMasters/notesMaster1.xml" Id="R03ef76f2b63f44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e9625e0b8c43ad" /><Relationship Type="http://schemas.openxmlformats.org/officeDocument/2006/relationships/notesMaster" Target="/ppt/notesMasters/notesMaster1.xml" Id="Redc03bf79af54f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ab53f07cbc426c" /><Relationship Type="http://schemas.openxmlformats.org/officeDocument/2006/relationships/notesMaster" Target="/ppt/notesMasters/notesMaster1.xml" Id="R2c229ab2651c45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1db33ff8d544a9" /><Relationship Type="http://schemas.openxmlformats.org/officeDocument/2006/relationships/notesMaster" Target="/ppt/notesMasters/notesMaster1.xml" Id="Rec2e6903390841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d61d0ceae24f31" /><Relationship Type="http://schemas.openxmlformats.org/officeDocument/2006/relationships/notesMaster" Target="/ppt/notesMasters/notesMaster1.xml" Id="R24a2752c091c43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b3729b663c4e0c" /><Relationship Type="http://schemas.openxmlformats.org/officeDocument/2006/relationships/notesMaster" Target="/ppt/notesMasters/notesMaster1.xml" Id="R63a57c574c8241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a52129897a4453" /><Relationship Type="http://schemas.openxmlformats.org/officeDocument/2006/relationships/notesMaster" Target="/ppt/notesMasters/notesMaster1.xml" Id="R9635add984aa42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6fa3d1816e411a" /><Relationship Type="http://schemas.openxmlformats.org/officeDocument/2006/relationships/notesMaster" Target="/ppt/notesMasters/notesMaster1.xml" Id="R9060989d168c4da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70422226ed4830" /><Relationship Type="http://schemas.openxmlformats.org/officeDocument/2006/relationships/notesMaster" Target="/ppt/notesMasters/notesMaster1.xml" Id="R456d31313b374e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2b5eeb3a0a43f8" /><Relationship Type="http://schemas.openxmlformats.org/officeDocument/2006/relationships/notesMaster" Target="/ppt/notesMasters/notesMaster1.xml" Id="R9bf56e970c7a44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3614863d304d2d" /><Relationship Type="http://schemas.openxmlformats.org/officeDocument/2006/relationships/notesMaster" Target="/ppt/notesMasters/notesMaster1.xml" Id="Rfb2002ece407487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331ccd71d5848d3" /><Relationship Type="http://schemas.openxmlformats.org/officeDocument/2006/relationships/notesMaster" Target="/ppt/notesMasters/notesMaster1.xml" Id="R27fd624be7fb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各位老师好，我们是座椅被子预约队。今天答辩的项目是 SmartCinema 智能影院选座系统。它不是简单地把座位画出来，而是围绕用户如何更快地完成选座，建立了从需求输入、座位推荐、体验评分到订单处理的一整套前端闭环。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项目首先解决三个问题。第一，影院座位的判断维度很多；第二，不同人群的偏好和限制不一样；第三，选座之后还需要形成订单闭环。因此我的设计目标不是增加更多页面，而是把主要操作压缩为三步，让用户尽量少思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技术上我使用 HTML5、CSS3 和原生 JavaScript。座位与热度图由 Canvas 完成。业务逻辑拆成推荐、评分、热度、支付等模块；LocalStorage 保存用户、订单和售座状态；EventBus 负责模块间通知；BroadcastChannel 用来模拟同源页面的多人同步。这样既符合课程训练目标，也保证项目零安装运行。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的主流程只有三步。第一步，用户表达需求；第二步，系统给出推荐方案、原因和评分，用户可以直接接受，也可以继续手动选座；第三步，预订或购票并进入订单中心。这里我特别保留了手动调整，因为智能推荐应该帮助决策，而不是剥夺用户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这页是系统的核心界面。座位图使用 Canvas 绘制，支持不同规模影厅。布局不是简单矩阵，而是根据银幕中心计算轻微弧形。交互层负责命中检测、框选、缩放和平移。座位状态还设置了明确优先级，推荐座位除了紫色外还有星标和描边，避免只靠颜色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引擎分三层。首先过滤不可用座位，并考虑年龄和人数；其次生成候选组合，顺序是同排连续、相邻多排、最后是就近分散；最后按照观影视角、目标排、连续性、电影类型等因素排序，展示前三种方案。如果确实没有符合条件的空位，系统会清除旧结果并明确提示没有可用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热度地图使用第二个 Canvas。用户可以切换星期和影厅。热度不是每次随机生成，而是由座位位置、星期、当前售座比例和确定性波动共同计算，所以同一天的结果稳定、可解释。颜色用于快速识别热门、一般和冷门区域。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评分不是一个黑盒总分，而是拆成视角、距离和周围空位三个维度。当前模块配置中，这三项权重分别为 35%、30% 和 20%，之后再与用户评分合成。系统会输出分数、等级和解释，等级包含极佳、优秀和一般。这样推荐结果就能被用户理解。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单模块只保留了一套正在使用的逻辑。提交前先检查座位是否已被购买或预订，避免重复占座。预订会立即占座但不进入支付；购票确认后生成已支付订单；取消预订和退票都会释放座位。所有订单和售座状态保存在 LocalStorage，并按当前用户过滤展示。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系统不仅适配 PC，也专门检查了 390 和 360 像素宽度下的手机布局，页面改为单列，导航可以横向滚动，整体没有横向溢出。无障碍模块支持大字体、高对比度、色盲友好和语音提示，并提供关怀模式把常用选项一次开启。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工程上，我重点处理了状态统一。SeatData 是座位状态的单一事实来源；EventBus 让推荐、评分和订单互相联动；BroadcastChannel 只用于同源页面的多人同步模拟，我不会把它包装成真实后端。测试覆盖了登录、推荐、订单、退票、热度图和移动端，并清理了旧评分和旧订单逻辑。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单独说明登录流程。用户可以注册、登录和退出，普通用户与管理员拥有不同入口。刷新页面时可以恢复仍然有效的会话，但主动退出会清除当前登录状态，再次进入必须回到登录页。这个设计解决了退出后没有登录入口的问题，也让后续订单能够按当前用户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座位颜色经过重新整理。可选使用更淡的青色，推荐使用紫色星标，当前选中使用黄色，已售使用深灰叉号。状态不只依赖颜色，还依赖符号和是否允许点击。推荐算法只会在未售、未预订的座位中选择；如果不存在方案，就清除旧推荐并明确提示没有可用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五在页面辅助设置区域体现。高对比度模式增强文字、按钮和座位边界；色盲友好模式重新映射状态色，并继续使用星标、叉号和描边区分；关怀模式会一次打开大字体、高对比度和语音提示。切换这些模式只改变展示，不会丢失当前选座和订单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部分重点不是只验证成功购票，而是检查失败和切换场景。推荐无结果时必须清理旧星标；从热度地图返回选座时必须重新绘制座位；重复预订需要阻止冲突；取消和退票必须释放座位；移动端和辅助模式切换后不能产生横向溢出或颜色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手动选座模块提供四类操作。点击用于单选，按住 Ctrl 或 Command 可以多选，拖拽可以框选连续区域，滚轮和拖动画布用于查看大影厅。推荐之后仍然可以手动调整。每次选择变化都会发送 seats:changed 事件，体验评分、推荐说明和订单区域会同步刷新。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单模块包含预订、支付、出票、取消预订和退票。系统提供六种支付入口，但这是纯前端课程项目，因此二维码和支付确认只用于流程模拟，不会发起真实支付。提交前会检查冲突，预订和出票都会占用座位，取消与退票会释放座位。普通用户只看到自己的订单，管理员可以查看全部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状态一致性依靠三层机制。SeatData 是单一事实来源，推荐、评分和订单都从这里读取；LocalStorage 用于保存用户、订单、影厅配置和售座状态；EventBus 负责页面模块间刷新，BroadcastChannel 用来模拟同源页面的多人锁座与售座同步。需要说明的是，当前没有真实后端事务和 WebSocket，多人同步只是浏览器端演示。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最后总结一下。项目的价值主要有四点：一是业务流程完整，二是推荐和评分可解释，三是 Canvas 交互比较丰富，四是同时考虑移动端和无障碍。现场演示时，我会先展示推荐，再演示手动调整和辅助模式，最后用预订与取消证明订单闭环。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我的汇报到这里，谢谢各位老师，欢迎提问。如果老师关注算法，我会从候选生成和排序解释；如果关注工程实现，我会说明 SeatData、EventBus 和 LocalStorage；如果关注不足，我会坦诚说明当前是纯前端课程项目，真实多人购票仍需要后端事务和 WebSocket 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06d9ba20847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9d0a192c144f16" /><Relationship Type="http://schemas.openxmlformats.org/officeDocument/2006/relationships/slideLayout" Target="/ppt/slideLayouts/slideLayout1.xml" Id="R991cd41f3c01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1cd41f3c01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ac85e733f449c" /><Relationship Type="http://schemas.openxmlformats.org/officeDocument/2006/relationships/image" Target="/ppt/media/image.png" Id="R1efa0f59d1dc472b" /><Relationship Type="http://schemas.openxmlformats.org/officeDocument/2006/relationships/notesSlide" Target="/ppt/notesSlides/notesSlide1.xml" Id="R86ef1d74735f41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3fafc71b24413" /><Relationship Type="http://schemas.openxmlformats.org/officeDocument/2006/relationships/image" Target="/ppt/media/image2.png" Id="R41601c2dce994c9a" /><Relationship Type="http://schemas.openxmlformats.org/officeDocument/2006/relationships/notesSlide" Target="/ppt/notesSlides/notesSlide2.xml" Id="Re5984c09116b47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6b535d4e0462a" /><Relationship Type="http://schemas.openxmlformats.org/officeDocument/2006/relationships/image" Target="/ppt/media/image3.png" Id="R882f98d2e0ec496e" /><Relationship Type="http://schemas.openxmlformats.org/officeDocument/2006/relationships/notesSlide" Target="/ppt/notesSlides/notesSlide3.xml" Id="R49a0ba120e3b43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07ba1b94b4b01" /><Relationship Type="http://schemas.openxmlformats.org/officeDocument/2006/relationships/image" Target="/ppt/media/image4.png" Id="R12f41d010b5b49f2" /><Relationship Type="http://schemas.openxmlformats.org/officeDocument/2006/relationships/notesSlide" Target="/ppt/notesSlides/notesSlide4.xml" Id="R6273af0c6a5643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007309065435e" /><Relationship Type="http://schemas.openxmlformats.org/officeDocument/2006/relationships/image" Target="/ppt/media/image5.png" Id="Rc99b37b8a4dd4a38" /><Relationship Type="http://schemas.openxmlformats.org/officeDocument/2006/relationships/notesSlide" Target="/ppt/notesSlides/notesSlide5.xml" Id="Rf78558f6693449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91b0f43ac4141" /><Relationship Type="http://schemas.openxmlformats.org/officeDocument/2006/relationships/image" Target="/ppt/media/image6.png" Id="R1ae147de9f8e4a70" /><Relationship Type="http://schemas.openxmlformats.org/officeDocument/2006/relationships/notesSlide" Target="/ppt/notesSlides/notesSlide6.xml" Id="Raaadc88a905244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f3c82d959414a" /><Relationship Type="http://schemas.openxmlformats.org/officeDocument/2006/relationships/image" Target="/ppt/media/image7.png" Id="R3a2f82a7b62e43a9" /><Relationship Type="http://schemas.openxmlformats.org/officeDocument/2006/relationships/notesSlide" Target="/ppt/notesSlides/notesSlide7.xml" Id="R00ce9a11a7104f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5f5f847b8491c" /><Relationship Type="http://schemas.openxmlformats.org/officeDocument/2006/relationships/image" Target="/ppt/media/image8.png" Id="R4bd3591c93884834" /><Relationship Type="http://schemas.openxmlformats.org/officeDocument/2006/relationships/notesSlide" Target="/ppt/notesSlides/notesSlide8.xml" Id="R9bd39dcb882940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5c846f75744d9" /><Relationship Type="http://schemas.openxmlformats.org/officeDocument/2006/relationships/image" Target="/ppt/media/image9.png" Id="Rc60010b0e42a4d5a" /><Relationship Type="http://schemas.openxmlformats.org/officeDocument/2006/relationships/notesSlide" Target="/ppt/notesSlides/notesSlide9.xml" Id="Ra4eb8e01712546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2d83f26524d70" /><Relationship Type="http://schemas.openxmlformats.org/officeDocument/2006/relationships/image" Target="/ppt/media/image10.png" Id="R3ef4124d5a9b4fd1" /><Relationship Type="http://schemas.openxmlformats.org/officeDocument/2006/relationships/notesSlide" Target="/ppt/notesSlides/notesSlide10.xml" Id="R8e3ccf84bf4545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e7bc26a884667" /><Relationship Type="http://schemas.openxmlformats.org/officeDocument/2006/relationships/image" Target="/ppt/media/image11.png" Id="R4b9fea48c3fe422a" /><Relationship Type="http://schemas.openxmlformats.org/officeDocument/2006/relationships/notesSlide" Target="/ppt/notesSlides/notesSlide11.xml" Id="R28ce0a41a9824a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bd0938c784c0d" /><Relationship Type="http://schemas.openxmlformats.org/officeDocument/2006/relationships/image" Target="/ppt/media/image12.png" Id="Rb263df67d0694bbb" /><Relationship Type="http://schemas.openxmlformats.org/officeDocument/2006/relationships/notesSlide" Target="/ppt/notesSlides/notesSlide12.xml" Id="Rd9fa6a42f80642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671ba3e06467c" /><Relationship Type="http://schemas.openxmlformats.org/officeDocument/2006/relationships/image" Target="/ppt/media/image13.png" Id="R66545c58845e40ef" /><Relationship Type="http://schemas.openxmlformats.org/officeDocument/2006/relationships/notesSlide" Target="/ppt/notesSlides/notesSlide13.xml" Id="R5f50a467c35b44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0d0f4c26740d2" /><Relationship Type="http://schemas.openxmlformats.org/officeDocument/2006/relationships/image" Target="/ppt/media/image14.png" Id="R754237615fb3400f" /><Relationship Type="http://schemas.openxmlformats.org/officeDocument/2006/relationships/notesSlide" Target="/ppt/notesSlides/notesSlide14.xml" Id="R2f3f4e419b804f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a298826ce4a6e" /><Relationship Type="http://schemas.openxmlformats.org/officeDocument/2006/relationships/image" Target="/ppt/media/image15.png" Id="R9b80aa7e89764082" /><Relationship Type="http://schemas.openxmlformats.org/officeDocument/2006/relationships/notesSlide" Target="/ppt/notesSlides/notesSlide15.xml" Id="R8368abd566c245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a398db255491b" /><Relationship Type="http://schemas.openxmlformats.org/officeDocument/2006/relationships/image" Target="/ppt/media/image16.png" Id="R0b198e4dfe784765" /><Relationship Type="http://schemas.openxmlformats.org/officeDocument/2006/relationships/notesSlide" Target="/ppt/notesSlides/notesSlide16.xml" Id="Re38de9ebe06742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d987b24364761" /><Relationship Type="http://schemas.openxmlformats.org/officeDocument/2006/relationships/image" Target="/ppt/media/image17.png" Id="R72140945ec58448b" /><Relationship Type="http://schemas.openxmlformats.org/officeDocument/2006/relationships/notesSlide" Target="/ppt/notesSlides/notesSlide17.xml" Id="R8d3fa30d5e384e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d9eec385e48a1" /><Relationship Type="http://schemas.openxmlformats.org/officeDocument/2006/relationships/image" Target="/ppt/media/image18.png" Id="R496d60da62c14a1f" /><Relationship Type="http://schemas.openxmlformats.org/officeDocument/2006/relationships/notesSlide" Target="/ppt/notesSlides/notesSlide18.xml" Id="R07b911147a1f40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8ee12a84b40e9" /><Relationship Type="http://schemas.openxmlformats.org/officeDocument/2006/relationships/image" Target="/ppt/media/image19.png" Id="Rbeda64a7f6fd4b71" /><Relationship Type="http://schemas.openxmlformats.org/officeDocument/2006/relationships/notesSlide" Target="/ppt/notesSlides/notesSlide19.xml" Id="Rd5d9d2e8b7db45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bd2ca6aa34626" /><Relationship Type="http://schemas.openxmlformats.org/officeDocument/2006/relationships/image" Target="/ppt/media/image20.png" Id="R203e26be50114d30" /><Relationship Type="http://schemas.openxmlformats.org/officeDocument/2006/relationships/notesSlide" Target="/ppt/notesSlides/notesSlide20.xml" Id="R6b41384109fe44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a0f59d1dc47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6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01c2dce994c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66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f98d2e0ec49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17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41d010b5b49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75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b37b8a4dd4a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56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147de9f8e4a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62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f82a7b62e43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314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3591c938848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eight-angle-45-cover">
            <a:extLst xmlns:a="http://schemas.openxmlformats.org/drawingml/2006/main">
              <a:ext uri="{FF2B5EF4-FFF2-40B4-BE49-F238E27FC236}">
                <a16:creationId xmlns:a16="http://schemas.microsoft.com/office/drawing/2014/main" id="{64D37FC5-3BAB-4C5C-B156-2FFF69E0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0977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weight-angle-45">
            <a:extLst xmlns:a="http://schemas.openxmlformats.org/drawingml/2006/main">
              <a:ext uri="{FF2B5EF4-FFF2-40B4-BE49-F238E27FC236}">
                <a16:creationId xmlns:a16="http://schemas.microsoft.com/office/drawing/2014/main" id="{6B09BD78-AD41-4C6B-ABF1-A11DA6BE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1930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A10AA5"/>
                </a:solidFill>
              </a:defRPr>
            </a:pPr>
            <a:r>
              <a:rPr sz="3300" b="1">
                <a:solidFill>
                  <a:srgbClr val="A10AA5"/>
                </a:solidFill>
              </a:rPr>
              <a:t>45%</a:t>
            </a:r>
          </a:p>
        </p:txBody>
      </p:sp>
      <p:sp>
        <p:nvSpPr>
          <p:cNvPr id="4" name="weight-distance-35-cover">
            <a:extLst xmlns:a="http://schemas.openxmlformats.org/drawingml/2006/main">
              <a:ext uri="{FF2B5EF4-FFF2-40B4-BE49-F238E27FC236}">
                <a16:creationId xmlns:a16="http://schemas.microsoft.com/office/drawing/2014/main" id="{9AA11C2B-5D7C-4CAB-8733-57F8ABD2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0977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weight-distance-35">
            <a:extLst xmlns:a="http://schemas.openxmlformats.org/drawingml/2006/main">
              <a:ext uri="{FF2B5EF4-FFF2-40B4-BE49-F238E27FC236}">
                <a16:creationId xmlns:a16="http://schemas.microsoft.com/office/drawing/2014/main" id="{9E4BE49D-B8EB-4106-AB40-8B928AF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1930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64228B"/>
                </a:solidFill>
              </a:defRPr>
            </a:pPr>
            <a:r>
              <a:rPr sz="3300" b="1">
                <a:solidFill>
                  <a:srgbClr val="64228B"/>
                </a:solidFill>
              </a:rPr>
              <a:t>35%</a:t>
            </a:r>
          </a:p>
        </p:txBody>
      </p:sp>
    </p:spTree>
    <p:extLst>
      <p:ext uri="{BB962C8B-B14F-4D97-AF65-F5344CB8AC3E}">
        <p14:creationId xmlns:p14="http://schemas.microsoft.com/office/powerpoint/2010/main" val="694558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010b0e42a4d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05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4124d5a9b4f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453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fea48c3fe42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534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3df67d0694b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907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45c58845e40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221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237615fb340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997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0aa7e897640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750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98e4dfe7847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4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40945ec5844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377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d60da62c14a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348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a64a7f6fd4b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097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e26be50114d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8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2026-08-01T07:43:13.7570000Z</dcterms:created>
  <dcterms:modified xsi:type="dcterms:W3CDTF">2026-08-01T07:43:13.7570000Z</dcterms:modified>
</coreProperties>
</file>